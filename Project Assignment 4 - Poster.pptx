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8" r:id="rId2"/>
  </p:sldIdLst>
  <p:sldSz cx="32918400" cy="43891200"/>
  <p:notesSz cx="6858000" cy="9144000"/>
  <p:embeddedFontLst>
    <p:embeddedFont>
      <p:font typeface="Bree Serif" panose="020B0604020202020204" charset="0"/>
      <p:regular r:id="rId3"/>
    </p:embeddedFont>
    <p:embeddedFont>
      <p:font typeface="Open Sans" panose="020B0606030504020204" pitchFamily="34" charset="0"/>
      <p:regular r:id="rId4"/>
      <p:bold r:id="rId5"/>
      <p:italic r:id="rId6"/>
      <p:boldItalic r:id="rId7"/>
    </p:embeddedFont>
  </p:embeddedFontLst>
  <p:custDataLst>
    <p:tags r:id="rId8"/>
  </p:custDataLst>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1"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824" userDrawn="1">
          <p15:clr>
            <a:srgbClr val="A4A3A4"/>
          </p15:clr>
        </p15:guide>
        <p15:guide id="2" pos="103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stin Delre" initials="JD" lastIdx="0" clrIdx="0">
    <p:extLst>
      <p:ext uri="{19B8F6BF-5375-455C-9EA6-DF929625EA0E}">
        <p15:presenceInfo xmlns:p15="http://schemas.microsoft.com/office/powerpoint/2012/main" userId="Justin Delr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p:cViewPr>
        <p:scale>
          <a:sx n="29" d="100"/>
          <a:sy n="29" d="100"/>
        </p:scale>
        <p:origin x="531" y="249"/>
      </p:cViewPr>
      <p:guideLst>
        <p:guide orient="horz" pos="13824"/>
        <p:guide pos="10368"/>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bleStyles" Target="tableStyles.xml"/><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viewProps" Target="viewProps.xml"/><Relationship Id="rId5" Type="http://schemas.openxmlformats.org/officeDocument/2006/relationships/font" Target="fonts/font3.fntdata"/><Relationship Id="rId10" Type="http://schemas.openxmlformats.org/officeDocument/2006/relationships/presProps" Target="presProps.xml"/><Relationship Id="rId4" Type="http://schemas.openxmlformats.org/officeDocument/2006/relationships/font" Target="fonts/font2.fntdata"/><Relationship Id="rId9"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13634723"/>
            <a:ext cx="27980639" cy="9408160"/>
          </a:xfrm>
        </p:spPr>
        <p:txBody>
          <a:bodyPr/>
          <a:lstStyle/>
          <a:p>
            <a:r>
              <a:rPr lang="en-US"/>
              <a:t>Click to edit Master title style</a:t>
            </a:r>
          </a:p>
        </p:txBody>
      </p:sp>
      <p:sp>
        <p:nvSpPr>
          <p:cNvPr id="3" name="Subtitle 2"/>
          <p:cNvSpPr>
            <a:spLocks noGrp="1"/>
          </p:cNvSpPr>
          <p:nvPr>
            <p:ph type="subTitle" idx="1"/>
          </p:nvPr>
        </p:nvSpPr>
        <p:spPr>
          <a:xfrm>
            <a:off x="4937760" y="24871680"/>
            <a:ext cx="23042880" cy="11216640"/>
          </a:xfrm>
        </p:spPr>
        <p:txBody>
          <a:bodyPr/>
          <a:lstStyle>
            <a:lvl1pPr marL="0" indent="0" algn="ctr">
              <a:buNone/>
              <a:defRPr>
                <a:solidFill>
                  <a:schemeClr val="tx1">
                    <a:tint val="75000"/>
                  </a:schemeClr>
                </a:solidFill>
              </a:defRPr>
            </a:lvl1pPr>
            <a:lvl2pPr marL="1645920" indent="0" algn="ctr">
              <a:buNone/>
              <a:defRPr>
                <a:solidFill>
                  <a:schemeClr val="tx1">
                    <a:tint val="75000"/>
                  </a:schemeClr>
                </a:solidFill>
              </a:defRPr>
            </a:lvl2pPr>
            <a:lvl3pPr marL="3291840" indent="0" algn="ctr">
              <a:buNone/>
              <a:defRPr>
                <a:solidFill>
                  <a:schemeClr val="tx1">
                    <a:tint val="75000"/>
                  </a:schemeClr>
                </a:solidFill>
              </a:defRPr>
            </a:lvl3pPr>
            <a:lvl4pPr marL="4937760" indent="0" algn="ctr">
              <a:buNone/>
              <a:defRPr>
                <a:solidFill>
                  <a:schemeClr val="tx1">
                    <a:tint val="75000"/>
                  </a:schemeClr>
                </a:solidFill>
              </a:defRPr>
            </a:lvl4pPr>
            <a:lvl5pPr marL="6583680" indent="0" algn="ctr">
              <a:buNone/>
              <a:defRPr>
                <a:solidFill>
                  <a:schemeClr val="tx1">
                    <a:tint val="75000"/>
                  </a:schemeClr>
                </a:solidFill>
              </a:defRPr>
            </a:lvl5pPr>
            <a:lvl6pPr marL="8229600" indent="0" algn="ctr">
              <a:buNone/>
              <a:defRPr>
                <a:solidFill>
                  <a:schemeClr val="tx1">
                    <a:tint val="75000"/>
                  </a:schemeClr>
                </a:solidFill>
              </a:defRPr>
            </a:lvl6pPr>
            <a:lvl7pPr marL="9875520" indent="0" algn="ctr">
              <a:buNone/>
              <a:defRPr>
                <a:solidFill>
                  <a:schemeClr val="tx1">
                    <a:tint val="75000"/>
                  </a:schemeClr>
                </a:solidFill>
              </a:defRPr>
            </a:lvl7pPr>
            <a:lvl8pPr marL="11521440" indent="0" algn="ctr">
              <a:buNone/>
              <a:defRPr>
                <a:solidFill>
                  <a:schemeClr val="tx1">
                    <a:tint val="75000"/>
                  </a:schemeClr>
                </a:solidFill>
              </a:defRPr>
            </a:lvl8pPr>
            <a:lvl9pPr marL="13167361"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A9272B4-7553-4446-919C-DDAC3A89012F}"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EBA60-3297-4EF1-8725-D07B72916CFD}" type="slidenum">
              <a:rPr lang="en-US" smtClean="0"/>
              <a:t>‹#›</a:t>
            </a:fld>
            <a:endParaRPr lang="en-US"/>
          </a:p>
        </p:txBody>
      </p:sp>
    </p:spTree>
    <p:extLst>
      <p:ext uri="{BB962C8B-B14F-4D97-AF65-F5344CB8AC3E}">
        <p14:creationId xmlns:p14="http://schemas.microsoft.com/office/powerpoint/2010/main" val="404258617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9272B4-7553-4446-919C-DDAC3A89012F}"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EBA60-3297-4EF1-8725-D07B72916CFD}" type="slidenum">
              <a:rPr lang="en-US" smtClean="0"/>
              <a:t>‹#›</a:t>
            </a:fld>
            <a:endParaRPr lang="en-US"/>
          </a:p>
        </p:txBody>
      </p:sp>
    </p:spTree>
    <p:extLst>
      <p:ext uri="{BB962C8B-B14F-4D97-AF65-F5344CB8AC3E}">
        <p14:creationId xmlns:p14="http://schemas.microsoft.com/office/powerpoint/2010/main" val="426269739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6" y="28204164"/>
            <a:ext cx="27980639" cy="8717280"/>
          </a:xfrm>
        </p:spPr>
        <p:txBody>
          <a:bodyPr anchor="t"/>
          <a:lstStyle>
            <a:lvl1pPr algn="l">
              <a:defRPr sz="14400" b="1" cap="all"/>
            </a:lvl1pPr>
          </a:lstStyle>
          <a:p>
            <a:r>
              <a:rPr lang="en-US"/>
              <a:t>Click to edit Master title style</a:t>
            </a:r>
          </a:p>
        </p:txBody>
      </p:sp>
      <p:sp>
        <p:nvSpPr>
          <p:cNvPr id="3" name="Text Placeholder 2"/>
          <p:cNvSpPr>
            <a:spLocks noGrp="1"/>
          </p:cNvSpPr>
          <p:nvPr>
            <p:ph type="body" idx="1"/>
          </p:nvPr>
        </p:nvSpPr>
        <p:spPr>
          <a:xfrm>
            <a:off x="2600326" y="18602967"/>
            <a:ext cx="27980639" cy="9601197"/>
          </a:xfrm>
        </p:spPr>
        <p:txBody>
          <a:bodyPr anchor="b"/>
          <a:lstStyle>
            <a:lvl1pPr marL="0" indent="0">
              <a:buNone/>
              <a:defRPr sz="7200">
                <a:solidFill>
                  <a:schemeClr val="tx1">
                    <a:tint val="75000"/>
                  </a:schemeClr>
                </a:solidFill>
              </a:defRPr>
            </a:lvl1pPr>
            <a:lvl2pPr marL="1645920" indent="0">
              <a:buNone/>
              <a:defRPr sz="6450">
                <a:solidFill>
                  <a:schemeClr val="tx1">
                    <a:tint val="75000"/>
                  </a:schemeClr>
                </a:solidFill>
              </a:defRPr>
            </a:lvl2pPr>
            <a:lvl3pPr marL="3291840" indent="0">
              <a:buNone/>
              <a:defRPr sz="5775">
                <a:solidFill>
                  <a:schemeClr val="tx1">
                    <a:tint val="75000"/>
                  </a:schemeClr>
                </a:solidFill>
              </a:defRPr>
            </a:lvl3pPr>
            <a:lvl4pPr marL="4937760" indent="0">
              <a:buNone/>
              <a:defRPr sz="5025">
                <a:solidFill>
                  <a:schemeClr val="tx1">
                    <a:tint val="75000"/>
                  </a:schemeClr>
                </a:solidFill>
              </a:defRPr>
            </a:lvl4pPr>
            <a:lvl5pPr marL="6583680" indent="0">
              <a:buNone/>
              <a:defRPr sz="5025">
                <a:solidFill>
                  <a:schemeClr val="tx1">
                    <a:tint val="75000"/>
                  </a:schemeClr>
                </a:solidFill>
              </a:defRPr>
            </a:lvl5pPr>
            <a:lvl6pPr marL="8229600" indent="0">
              <a:buNone/>
              <a:defRPr sz="5025">
                <a:solidFill>
                  <a:schemeClr val="tx1">
                    <a:tint val="75000"/>
                  </a:schemeClr>
                </a:solidFill>
              </a:defRPr>
            </a:lvl6pPr>
            <a:lvl7pPr marL="9875520" indent="0">
              <a:buNone/>
              <a:defRPr sz="5025">
                <a:solidFill>
                  <a:schemeClr val="tx1">
                    <a:tint val="75000"/>
                  </a:schemeClr>
                </a:solidFill>
              </a:defRPr>
            </a:lvl7pPr>
            <a:lvl8pPr marL="11521440" indent="0">
              <a:buNone/>
              <a:defRPr sz="5025">
                <a:solidFill>
                  <a:schemeClr val="tx1">
                    <a:tint val="75000"/>
                  </a:schemeClr>
                </a:solidFill>
              </a:defRPr>
            </a:lvl8pPr>
            <a:lvl9pPr marL="13167361" indent="0">
              <a:buNone/>
              <a:defRPr sz="502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9272B4-7553-4446-919C-DDAC3A89012F}"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EBA60-3297-4EF1-8725-D07B72916CFD}" type="slidenum">
              <a:rPr lang="en-US" smtClean="0"/>
              <a:t>‹#›</a:t>
            </a:fld>
            <a:endParaRPr lang="en-US"/>
          </a:p>
        </p:txBody>
      </p:sp>
    </p:spTree>
    <p:extLst>
      <p:ext uri="{BB962C8B-B14F-4D97-AF65-F5344CB8AC3E}">
        <p14:creationId xmlns:p14="http://schemas.microsoft.com/office/powerpoint/2010/main" val="292363970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645920" y="10241284"/>
            <a:ext cx="14538961" cy="28966164"/>
          </a:xfrm>
        </p:spPr>
        <p:txBody>
          <a:bodyPr/>
          <a:lstStyle>
            <a:lvl1pPr>
              <a:defRPr sz="10050"/>
            </a:lvl1pPr>
            <a:lvl2pPr>
              <a:defRPr sz="8625"/>
            </a:lvl2pPr>
            <a:lvl3pPr>
              <a:defRPr sz="7200"/>
            </a:lvl3pPr>
            <a:lvl4pPr>
              <a:defRPr sz="6450"/>
            </a:lvl4pPr>
            <a:lvl5pPr>
              <a:defRPr sz="6450"/>
            </a:lvl5pPr>
            <a:lvl6pPr>
              <a:defRPr sz="6450"/>
            </a:lvl6pPr>
            <a:lvl7pPr>
              <a:defRPr sz="6450"/>
            </a:lvl7pPr>
            <a:lvl8pPr>
              <a:defRPr sz="6450"/>
            </a:lvl8pPr>
            <a:lvl9pPr>
              <a:defRPr sz="64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733520" y="10241284"/>
            <a:ext cx="14538961" cy="28966164"/>
          </a:xfrm>
        </p:spPr>
        <p:txBody>
          <a:bodyPr/>
          <a:lstStyle>
            <a:lvl1pPr>
              <a:defRPr sz="10050"/>
            </a:lvl1pPr>
            <a:lvl2pPr>
              <a:defRPr sz="8625"/>
            </a:lvl2pPr>
            <a:lvl3pPr>
              <a:defRPr sz="7200"/>
            </a:lvl3pPr>
            <a:lvl4pPr>
              <a:defRPr sz="6450"/>
            </a:lvl4pPr>
            <a:lvl5pPr>
              <a:defRPr sz="6450"/>
            </a:lvl5pPr>
            <a:lvl6pPr>
              <a:defRPr sz="6450"/>
            </a:lvl6pPr>
            <a:lvl7pPr>
              <a:defRPr sz="6450"/>
            </a:lvl7pPr>
            <a:lvl8pPr>
              <a:defRPr sz="6450"/>
            </a:lvl8pPr>
            <a:lvl9pPr>
              <a:defRPr sz="64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A9272B4-7553-4446-919C-DDAC3A89012F}"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9EBA60-3297-4EF1-8725-D07B72916CFD}" type="slidenum">
              <a:rPr lang="en-US" smtClean="0"/>
              <a:t>‹#›</a:t>
            </a:fld>
            <a:endParaRPr lang="en-US"/>
          </a:p>
        </p:txBody>
      </p:sp>
    </p:spTree>
    <p:extLst>
      <p:ext uri="{BB962C8B-B14F-4D97-AF65-F5344CB8AC3E}">
        <p14:creationId xmlns:p14="http://schemas.microsoft.com/office/powerpoint/2010/main" val="75024527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645920" y="9824723"/>
            <a:ext cx="14544677" cy="4094477"/>
          </a:xfrm>
        </p:spPr>
        <p:txBody>
          <a:bodyPr anchor="b"/>
          <a:lstStyle>
            <a:lvl1pPr marL="0" indent="0">
              <a:buNone/>
              <a:defRPr sz="8625" b="1"/>
            </a:lvl1pPr>
            <a:lvl2pPr marL="1645920" indent="0">
              <a:buNone/>
              <a:defRPr sz="7200" b="1"/>
            </a:lvl2pPr>
            <a:lvl3pPr marL="3291840" indent="0">
              <a:buNone/>
              <a:defRPr sz="6450" b="1"/>
            </a:lvl3pPr>
            <a:lvl4pPr marL="4937760" indent="0">
              <a:buNone/>
              <a:defRPr sz="5775" b="1"/>
            </a:lvl4pPr>
            <a:lvl5pPr marL="6583680" indent="0">
              <a:buNone/>
              <a:defRPr sz="5775" b="1"/>
            </a:lvl5pPr>
            <a:lvl6pPr marL="8229600" indent="0">
              <a:buNone/>
              <a:defRPr sz="5775" b="1"/>
            </a:lvl6pPr>
            <a:lvl7pPr marL="9875520" indent="0">
              <a:buNone/>
              <a:defRPr sz="5775" b="1"/>
            </a:lvl7pPr>
            <a:lvl8pPr marL="11521440" indent="0">
              <a:buNone/>
              <a:defRPr sz="5775" b="1"/>
            </a:lvl8pPr>
            <a:lvl9pPr marL="13167361" indent="0">
              <a:buNone/>
              <a:defRPr sz="5775" b="1"/>
            </a:lvl9pPr>
          </a:lstStyle>
          <a:p>
            <a:pPr lvl="0"/>
            <a:r>
              <a:rPr lang="en-US"/>
              <a:t>Click to edit Master text styles</a:t>
            </a:r>
          </a:p>
        </p:txBody>
      </p:sp>
      <p:sp>
        <p:nvSpPr>
          <p:cNvPr id="4" name="Content Placeholder 3"/>
          <p:cNvSpPr>
            <a:spLocks noGrp="1"/>
          </p:cNvSpPr>
          <p:nvPr>
            <p:ph sz="half" idx="2"/>
          </p:nvPr>
        </p:nvSpPr>
        <p:spPr>
          <a:xfrm>
            <a:off x="1645920" y="13919200"/>
            <a:ext cx="14544677" cy="25288242"/>
          </a:xfrm>
        </p:spPr>
        <p:txBody>
          <a:bodyPr/>
          <a:lstStyle>
            <a:lvl1pPr>
              <a:defRPr sz="8625"/>
            </a:lvl1pPr>
            <a:lvl2pPr>
              <a:defRPr sz="7200"/>
            </a:lvl2pPr>
            <a:lvl3pPr>
              <a:defRPr sz="6450"/>
            </a:lvl3pPr>
            <a:lvl4pPr>
              <a:defRPr sz="5775"/>
            </a:lvl4pPr>
            <a:lvl5pPr>
              <a:defRPr sz="5775"/>
            </a:lvl5pPr>
            <a:lvl6pPr>
              <a:defRPr sz="5775"/>
            </a:lvl6pPr>
            <a:lvl7pPr>
              <a:defRPr sz="5775"/>
            </a:lvl7pPr>
            <a:lvl8pPr>
              <a:defRPr sz="5775"/>
            </a:lvl8pPr>
            <a:lvl9pPr>
              <a:defRPr sz="57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092" y="9824723"/>
            <a:ext cx="14550389" cy="4094477"/>
          </a:xfrm>
        </p:spPr>
        <p:txBody>
          <a:bodyPr anchor="b"/>
          <a:lstStyle>
            <a:lvl1pPr marL="0" indent="0">
              <a:buNone/>
              <a:defRPr sz="8625" b="1"/>
            </a:lvl1pPr>
            <a:lvl2pPr marL="1645920" indent="0">
              <a:buNone/>
              <a:defRPr sz="7200" b="1"/>
            </a:lvl2pPr>
            <a:lvl3pPr marL="3291840" indent="0">
              <a:buNone/>
              <a:defRPr sz="6450" b="1"/>
            </a:lvl3pPr>
            <a:lvl4pPr marL="4937760" indent="0">
              <a:buNone/>
              <a:defRPr sz="5775" b="1"/>
            </a:lvl4pPr>
            <a:lvl5pPr marL="6583680" indent="0">
              <a:buNone/>
              <a:defRPr sz="5775" b="1"/>
            </a:lvl5pPr>
            <a:lvl6pPr marL="8229600" indent="0">
              <a:buNone/>
              <a:defRPr sz="5775" b="1"/>
            </a:lvl6pPr>
            <a:lvl7pPr marL="9875520" indent="0">
              <a:buNone/>
              <a:defRPr sz="5775" b="1"/>
            </a:lvl7pPr>
            <a:lvl8pPr marL="11521440" indent="0">
              <a:buNone/>
              <a:defRPr sz="5775" b="1"/>
            </a:lvl8pPr>
            <a:lvl9pPr marL="13167361" indent="0">
              <a:buNone/>
              <a:defRPr sz="5775" b="1"/>
            </a:lvl9pPr>
          </a:lstStyle>
          <a:p>
            <a:pPr lvl="0"/>
            <a:r>
              <a:rPr lang="en-US"/>
              <a:t>Click to edit Master text styles</a:t>
            </a:r>
          </a:p>
        </p:txBody>
      </p:sp>
      <p:sp>
        <p:nvSpPr>
          <p:cNvPr id="6" name="Content Placeholder 5"/>
          <p:cNvSpPr>
            <a:spLocks noGrp="1"/>
          </p:cNvSpPr>
          <p:nvPr>
            <p:ph sz="quarter" idx="4"/>
          </p:nvPr>
        </p:nvSpPr>
        <p:spPr>
          <a:xfrm>
            <a:off x="16722092" y="13919200"/>
            <a:ext cx="14550389" cy="25288242"/>
          </a:xfrm>
        </p:spPr>
        <p:txBody>
          <a:bodyPr/>
          <a:lstStyle>
            <a:lvl1pPr>
              <a:defRPr sz="8625"/>
            </a:lvl1pPr>
            <a:lvl2pPr>
              <a:defRPr sz="7200"/>
            </a:lvl2pPr>
            <a:lvl3pPr>
              <a:defRPr sz="6450"/>
            </a:lvl3pPr>
            <a:lvl4pPr>
              <a:defRPr sz="5775"/>
            </a:lvl4pPr>
            <a:lvl5pPr>
              <a:defRPr sz="5775"/>
            </a:lvl5pPr>
            <a:lvl6pPr>
              <a:defRPr sz="5775"/>
            </a:lvl6pPr>
            <a:lvl7pPr>
              <a:defRPr sz="5775"/>
            </a:lvl7pPr>
            <a:lvl8pPr>
              <a:defRPr sz="5775"/>
            </a:lvl8pPr>
            <a:lvl9pPr>
              <a:defRPr sz="57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A9272B4-7553-4446-919C-DDAC3A89012F}" type="datetimeFigureOut">
              <a:rPr lang="en-US" smtClean="0"/>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9EBA60-3297-4EF1-8725-D07B72916CFD}" type="slidenum">
              <a:rPr lang="en-US" smtClean="0"/>
              <a:t>‹#›</a:t>
            </a:fld>
            <a:endParaRPr lang="en-US"/>
          </a:p>
        </p:txBody>
      </p:sp>
    </p:spTree>
    <p:extLst>
      <p:ext uri="{BB962C8B-B14F-4D97-AF65-F5344CB8AC3E}">
        <p14:creationId xmlns:p14="http://schemas.microsoft.com/office/powerpoint/2010/main" val="183692726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A9272B4-7553-4446-919C-DDAC3A89012F}" type="datetimeFigureOut">
              <a:rPr lang="en-US" smtClean="0"/>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9EBA60-3297-4EF1-8725-D07B72916CFD}" type="slidenum">
              <a:rPr lang="en-US" smtClean="0"/>
              <a:t>‹#›</a:t>
            </a:fld>
            <a:endParaRPr lang="en-US"/>
          </a:p>
        </p:txBody>
      </p:sp>
    </p:spTree>
    <p:extLst>
      <p:ext uri="{BB962C8B-B14F-4D97-AF65-F5344CB8AC3E}">
        <p14:creationId xmlns:p14="http://schemas.microsoft.com/office/powerpoint/2010/main" val="167273693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9272B4-7553-4446-919C-DDAC3A89012F}" type="datetimeFigureOut">
              <a:rPr lang="en-US" smtClean="0"/>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9EBA60-3297-4EF1-8725-D07B72916CFD}" type="slidenum">
              <a:rPr lang="en-US" smtClean="0"/>
              <a:t>‹#›</a:t>
            </a:fld>
            <a:endParaRPr lang="en-US"/>
          </a:p>
        </p:txBody>
      </p:sp>
    </p:spTree>
    <p:extLst>
      <p:ext uri="{BB962C8B-B14F-4D97-AF65-F5344CB8AC3E}">
        <p14:creationId xmlns:p14="http://schemas.microsoft.com/office/powerpoint/2010/main" val="155719570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922" y="1747520"/>
            <a:ext cx="10829927" cy="7437120"/>
          </a:xfrm>
        </p:spPr>
        <p:txBody>
          <a:bodyPr anchor="b"/>
          <a:lstStyle>
            <a:lvl1pPr algn="l">
              <a:defRPr sz="7200" b="1"/>
            </a:lvl1pPr>
          </a:lstStyle>
          <a:p>
            <a:r>
              <a:rPr lang="en-US"/>
              <a:t>Click to edit Master title style</a:t>
            </a:r>
          </a:p>
        </p:txBody>
      </p:sp>
      <p:sp>
        <p:nvSpPr>
          <p:cNvPr id="3" name="Content Placeholder 2"/>
          <p:cNvSpPr>
            <a:spLocks noGrp="1"/>
          </p:cNvSpPr>
          <p:nvPr>
            <p:ph idx="1"/>
          </p:nvPr>
        </p:nvSpPr>
        <p:spPr>
          <a:xfrm>
            <a:off x="12870180" y="1747524"/>
            <a:ext cx="18402300" cy="37459924"/>
          </a:xfrm>
        </p:spPr>
        <p:txBody>
          <a:bodyPr/>
          <a:lstStyle>
            <a:lvl1pPr>
              <a:defRPr sz="11550"/>
            </a:lvl1pPr>
            <a:lvl2pPr>
              <a:defRPr sz="10050"/>
            </a:lvl2pPr>
            <a:lvl3pPr>
              <a:defRPr sz="8625"/>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922" y="9184644"/>
            <a:ext cx="10829927" cy="30022803"/>
          </a:xfrm>
        </p:spPr>
        <p:txBody>
          <a:bodyPr/>
          <a:lstStyle>
            <a:lvl1pPr marL="0" indent="0">
              <a:buNone/>
              <a:defRPr sz="5025"/>
            </a:lvl1pPr>
            <a:lvl2pPr marL="1645920" indent="0">
              <a:buNone/>
              <a:defRPr sz="4350"/>
            </a:lvl2pPr>
            <a:lvl3pPr marL="3291840" indent="0">
              <a:buNone/>
              <a:defRPr sz="3600"/>
            </a:lvl3pPr>
            <a:lvl4pPr marL="4937760" indent="0">
              <a:buNone/>
              <a:defRPr sz="3225"/>
            </a:lvl4pPr>
            <a:lvl5pPr marL="6583680" indent="0">
              <a:buNone/>
              <a:defRPr sz="3225"/>
            </a:lvl5pPr>
            <a:lvl6pPr marL="8229600" indent="0">
              <a:buNone/>
              <a:defRPr sz="3225"/>
            </a:lvl6pPr>
            <a:lvl7pPr marL="9875520" indent="0">
              <a:buNone/>
              <a:defRPr sz="3225"/>
            </a:lvl7pPr>
            <a:lvl8pPr marL="11521440" indent="0">
              <a:buNone/>
              <a:defRPr sz="3225"/>
            </a:lvl8pPr>
            <a:lvl9pPr marL="13167361" indent="0">
              <a:buNone/>
              <a:defRPr sz="3225"/>
            </a:lvl9pPr>
          </a:lstStyle>
          <a:p>
            <a:pPr lvl="0"/>
            <a:r>
              <a:rPr lang="en-US"/>
              <a:t>Click to edit Master text styles</a:t>
            </a:r>
          </a:p>
        </p:txBody>
      </p:sp>
      <p:sp>
        <p:nvSpPr>
          <p:cNvPr id="5" name="Date Placeholder 4"/>
          <p:cNvSpPr>
            <a:spLocks noGrp="1"/>
          </p:cNvSpPr>
          <p:nvPr>
            <p:ph type="dt" sz="half" idx="10"/>
          </p:nvPr>
        </p:nvSpPr>
        <p:spPr/>
        <p:txBody>
          <a:bodyPr/>
          <a:lstStyle/>
          <a:p>
            <a:fld id="{DA9272B4-7553-4446-919C-DDAC3A89012F}"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9EBA60-3297-4EF1-8725-D07B72916CFD}" type="slidenum">
              <a:rPr lang="en-US" smtClean="0"/>
              <a:t>‹#›</a:t>
            </a:fld>
            <a:endParaRPr lang="en-US"/>
          </a:p>
        </p:txBody>
      </p:sp>
    </p:spTree>
    <p:extLst>
      <p:ext uri="{BB962C8B-B14F-4D97-AF65-F5344CB8AC3E}">
        <p14:creationId xmlns:p14="http://schemas.microsoft.com/office/powerpoint/2010/main" val="193202140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2237" y="30723839"/>
            <a:ext cx="19751039" cy="3627123"/>
          </a:xfrm>
        </p:spPr>
        <p:txBody>
          <a:bodyPr anchor="b"/>
          <a:lstStyle>
            <a:lvl1pPr algn="l">
              <a:defRPr sz="7200" b="1"/>
            </a:lvl1pPr>
          </a:lstStyle>
          <a:p>
            <a:r>
              <a:rPr lang="en-US"/>
              <a:t>Click to edit Master title style</a:t>
            </a:r>
          </a:p>
        </p:txBody>
      </p:sp>
      <p:sp>
        <p:nvSpPr>
          <p:cNvPr id="3" name="Picture Placeholder 2"/>
          <p:cNvSpPr>
            <a:spLocks noGrp="1"/>
          </p:cNvSpPr>
          <p:nvPr>
            <p:ph type="pic" idx="1"/>
          </p:nvPr>
        </p:nvSpPr>
        <p:spPr>
          <a:xfrm>
            <a:off x="6452237" y="3921760"/>
            <a:ext cx="19751039" cy="26334721"/>
          </a:xfrm>
        </p:spPr>
        <p:txBody>
          <a:bodyPr/>
          <a:lstStyle>
            <a:lvl1pPr marL="0" indent="0">
              <a:buNone/>
              <a:defRPr sz="11550"/>
            </a:lvl1pPr>
            <a:lvl2pPr marL="1645920" indent="0">
              <a:buNone/>
              <a:defRPr sz="10050"/>
            </a:lvl2pPr>
            <a:lvl3pPr marL="3291840" indent="0">
              <a:buNone/>
              <a:defRPr sz="8625"/>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1" indent="0">
              <a:buNone/>
              <a:defRPr sz="7200"/>
            </a:lvl9pPr>
          </a:lstStyle>
          <a:p>
            <a:endParaRPr lang="en-US"/>
          </a:p>
        </p:txBody>
      </p:sp>
      <p:sp>
        <p:nvSpPr>
          <p:cNvPr id="4" name="Text Placeholder 3"/>
          <p:cNvSpPr>
            <a:spLocks noGrp="1"/>
          </p:cNvSpPr>
          <p:nvPr>
            <p:ph type="body" sz="half" idx="2"/>
          </p:nvPr>
        </p:nvSpPr>
        <p:spPr>
          <a:xfrm>
            <a:off x="6452237" y="34350964"/>
            <a:ext cx="19751039" cy="5151117"/>
          </a:xfrm>
        </p:spPr>
        <p:txBody>
          <a:bodyPr/>
          <a:lstStyle>
            <a:lvl1pPr marL="0" indent="0">
              <a:buNone/>
              <a:defRPr sz="5025"/>
            </a:lvl1pPr>
            <a:lvl2pPr marL="1645920" indent="0">
              <a:buNone/>
              <a:defRPr sz="4350"/>
            </a:lvl2pPr>
            <a:lvl3pPr marL="3291840" indent="0">
              <a:buNone/>
              <a:defRPr sz="3600"/>
            </a:lvl3pPr>
            <a:lvl4pPr marL="4937760" indent="0">
              <a:buNone/>
              <a:defRPr sz="3225"/>
            </a:lvl4pPr>
            <a:lvl5pPr marL="6583680" indent="0">
              <a:buNone/>
              <a:defRPr sz="3225"/>
            </a:lvl5pPr>
            <a:lvl6pPr marL="8229600" indent="0">
              <a:buNone/>
              <a:defRPr sz="3225"/>
            </a:lvl6pPr>
            <a:lvl7pPr marL="9875520" indent="0">
              <a:buNone/>
              <a:defRPr sz="3225"/>
            </a:lvl7pPr>
            <a:lvl8pPr marL="11521440" indent="0">
              <a:buNone/>
              <a:defRPr sz="3225"/>
            </a:lvl8pPr>
            <a:lvl9pPr marL="13167361" indent="0">
              <a:buNone/>
              <a:defRPr sz="3225"/>
            </a:lvl9pPr>
          </a:lstStyle>
          <a:p>
            <a:pPr lvl="0"/>
            <a:r>
              <a:rPr lang="en-US"/>
              <a:t>Click to edit Master text styles</a:t>
            </a:r>
          </a:p>
        </p:txBody>
      </p:sp>
      <p:sp>
        <p:nvSpPr>
          <p:cNvPr id="5" name="Date Placeholder 4"/>
          <p:cNvSpPr>
            <a:spLocks noGrp="1"/>
          </p:cNvSpPr>
          <p:nvPr>
            <p:ph type="dt" sz="half" idx="10"/>
          </p:nvPr>
        </p:nvSpPr>
        <p:spPr/>
        <p:txBody>
          <a:bodyPr/>
          <a:lstStyle/>
          <a:p>
            <a:fld id="{DA9272B4-7553-4446-919C-DDAC3A89012F}"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9EBA60-3297-4EF1-8725-D07B72916CFD}" type="slidenum">
              <a:rPr lang="en-US" smtClean="0"/>
              <a:t>‹#›</a:t>
            </a:fld>
            <a:endParaRPr lang="en-US"/>
          </a:p>
        </p:txBody>
      </p:sp>
    </p:spTree>
    <p:extLst>
      <p:ext uri="{BB962C8B-B14F-4D97-AF65-F5344CB8AC3E}">
        <p14:creationId xmlns:p14="http://schemas.microsoft.com/office/powerpoint/2010/main" val="369282570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9272B4-7553-4446-919C-DDAC3A89012F}"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EBA60-3297-4EF1-8725-D07B72916CFD}" type="slidenum">
              <a:rPr lang="en-US" smtClean="0"/>
              <a:t>‹#›</a:t>
            </a:fld>
            <a:endParaRPr lang="en-US"/>
          </a:p>
        </p:txBody>
      </p:sp>
    </p:spTree>
    <p:extLst>
      <p:ext uri="{BB962C8B-B14F-4D97-AF65-F5344CB8AC3E}">
        <p14:creationId xmlns:p14="http://schemas.microsoft.com/office/powerpoint/2010/main" val="384412890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5839" y="1757687"/>
            <a:ext cx="7406640" cy="37449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645920" y="1757687"/>
            <a:ext cx="21671280" cy="3744976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9272B4-7553-4446-919C-DDAC3A89012F}"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EBA60-3297-4EF1-8725-D07B72916CFD}" type="slidenum">
              <a:rPr lang="en-US" smtClean="0"/>
              <a:t>‹#›</a:t>
            </a:fld>
            <a:endParaRPr lang="en-US"/>
          </a:p>
        </p:txBody>
      </p:sp>
    </p:spTree>
    <p:extLst>
      <p:ext uri="{BB962C8B-B14F-4D97-AF65-F5344CB8AC3E}">
        <p14:creationId xmlns:p14="http://schemas.microsoft.com/office/powerpoint/2010/main" val="240758451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45920" y="1757683"/>
            <a:ext cx="29626561" cy="7315200"/>
          </a:xfrm>
          <a:prstGeom prst="rect">
            <a:avLst/>
          </a:prstGeom>
        </p:spPr>
        <p:txBody>
          <a:bodyPr vert="horz" lIns="438912" tIns="219456" rIns="438912" bIns="219456" rtlCol="0" anchor="ctr">
            <a:normAutofit/>
          </a:bodyPr>
          <a:lstStyle/>
          <a:p>
            <a:r>
              <a:rPr lang="en-US"/>
              <a:t>Click to edit Master title style</a:t>
            </a:r>
          </a:p>
        </p:txBody>
      </p:sp>
      <p:sp>
        <p:nvSpPr>
          <p:cNvPr id="3" name="Text Placeholder 2"/>
          <p:cNvSpPr>
            <a:spLocks noGrp="1"/>
          </p:cNvSpPr>
          <p:nvPr>
            <p:ph type="body" idx="1"/>
          </p:nvPr>
        </p:nvSpPr>
        <p:spPr>
          <a:xfrm>
            <a:off x="1645920" y="10241284"/>
            <a:ext cx="29626561" cy="28966164"/>
          </a:xfrm>
          <a:prstGeom prst="rect">
            <a:avLst/>
          </a:prstGeom>
        </p:spPr>
        <p:txBody>
          <a:bodyPr vert="horz" lIns="438912" tIns="219456" rIns="438912" bIns="21945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645920" y="40680642"/>
            <a:ext cx="7680960" cy="2336800"/>
          </a:xfrm>
          <a:prstGeom prst="rect">
            <a:avLst/>
          </a:prstGeom>
        </p:spPr>
        <p:txBody>
          <a:bodyPr vert="horz" lIns="438912" tIns="219456" rIns="438912" bIns="219456" rtlCol="0" anchor="ctr"/>
          <a:lstStyle>
            <a:lvl1pPr algn="l">
              <a:defRPr sz="4350">
                <a:solidFill>
                  <a:schemeClr val="tx1">
                    <a:tint val="75000"/>
                  </a:schemeClr>
                </a:solidFill>
              </a:defRPr>
            </a:lvl1pPr>
          </a:lstStyle>
          <a:p>
            <a:fld id="{DA9272B4-7553-4446-919C-DDAC3A89012F}" type="datetimeFigureOut">
              <a:rPr lang="en-US" smtClean="0"/>
              <a:t>4/7/2026</a:t>
            </a:fld>
            <a:endParaRPr lang="en-US"/>
          </a:p>
        </p:txBody>
      </p:sp>
      <p:sp>
        <p:nvSpPr>
          <p:cNvPr id="5" name="Footer Placeholder 4"/>
          <p:cNvSpPr>
            <a:spLocks noGrp="1"/>
          </p:cNvSpPr>
          <p:nvPr>
            <p:ph type="ftr" sz="quarter" idx="3"/>
          </p:nvPr>
        </p:nvSpPr>
        <p:spPr>
          <a:xfrm>
            <a:off x="11247120" y="40680642"/>
            <a:ext cx="10424160" cy="2336800"/>
          </a:xfrm>
          <a:prstGeom prst="rect">
            <a:avLst/>
          </a:prstGeom>
        </p:spPr>
        <p:txBody>
          <a:bodyPr vert="horz" lIns="438912" tIns="219456" rIns="438912" bIns="219456" rtlCol="0" anchor="ctr"/>
          <a:lstStyle>
            <a:lvl1pPr algn="ctr">
              <a:defRPr sz="43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591520" y="40680642"/>
            <a:ext cx="7680960" cy="2336800"/>
          </a:xfrm>
          <a:prstGeom prst="rect">
            <a:avLst/>
          </a:prstGeom>
        </p:spPr>
        <p:txBody>
          <a:bodyPr vert="horz" lIns="438912" tIns="219456" rIns="438912" bIns="219456" rtlCol="0" anchor="ctr"/>
          <a:lstStyle>
            <a:lvl1pPr algn="r">
              <a:defRPr sz="4350">
                <a:solidFill>
                  <a:schemeClr val="tx1">
                    <a:tint val="75000"/>
                  </a:schemeClr>
                </a:solidFill>
              </a:defRPr>
            </a:lvl1pPr>
          </a:lstStyle>
          <a:p>
            <a:fld id="{FF9EBA60-3297-4EF1-8725-D07B72916CFD}" type="slidenum">
              <a:rPr lang="en-US" smtClean="0"/>
              <a:t>‹#›</a:t>
            </a:fld>
            <a:endParaRPr lang="en-US"/>
          </a:p>
        </p:txBody>
      </p:sp>
      <p:pic>
        <p:nvPicPr>
          <p:cNvPr id="7" name="New picture"/>
          <p:cNvPicPr/>
          <p:nvPr/>
        </p:nvPicPr>
        <p:blipFill>
          <a:blip r:embed="rId13"/>
          <a:stretch>
            <a:fillRect/>
          </a:stretch>
        </p:blipFill>
        <p:spPr>
          <a:xfrm rot="16200000">
            <a:off x="-11074400" y="21945600"/>
            <a:ext cx="14274800" cy="3937000"/>
          </a:xfrm>
          <a:prstGeom prst="rect">
            <a:avLst/>
          </a:prstGeom>
        </p:spPr>
      </p:pic>
      <p:pic>
        <p:nvPicPr>
          <p:cNvPr id="8" name="New picture"/>
          <p:cNvPicPr/>
          <p:nvPr/>
        </p:nvPicPr>
        <p:blipFill>
          <a:blip r:embed="rId13"/>
          <a:stretch>
            <a:fillRect/>
          </a:stretch>
        </p:blipFill>
        <p:spPr>
          <a:xfrm rot="5400000">
            <a:off x="29718000" y="21945600"/>
            <a:ext cx="14274800" cy="3937000"/>
          </a:xfrm>
          <a:prstGeom prst="rect">
            <a:avLst/>
          </a:prstGeom>
        </p:spPr>
      </p:pic>
      <p:pic>
        <p:nvPicPr>
          <p:cNvPr id="9" name="New picture"/>
          <p:cNvPicPr/>
          <p:nvPr/>
        </p:nvPicPr>
        <p:blipFill>
          <a:blip r:embed="rId14"/>
          <a:stretch>
            <a:fillRect/>
          </a:stretch>
        </p:blipFill>
        <p:spPr>
          <a:xfrm>
            <a:off x="1460500" y="44399200"/>
            <a:ext cx="29997400" cy="1447800"/>
          </a:xfrm>
          <a:prstGeom prst="rect">
            <a:avLst/>
          </a:prstGeom>
        </p:spPr>
      </p:pic>
      <p:sp>
        <p:nvSpPr>
          <p:cNvPr id="10" name="New shape"/>
          <p:cNvSpPr/>
          <p:nvPr/>
        </p:nvSpPr>
        <p:spPr>
          <a:xfrm>
            <a:off x="1460500" y="449707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comprehensivecrimson  Size: 36x48</a:t>
            </a:r>
          </a:p>
        </p:txBody>
      </p:sp>
    </p:spTree>
    <p:extLst>
      <p:ext uri="{BB962C8B-B14F-4D97-AF65-F5344CB8AC3E}">
        <p14:creationId xmlns:p14="http://schemas.microsoft.com/office/powerpoint/2010/main" val="18467272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3291840" rtl="0" eaLnBrk="1" latinLnBrk="0" hangingPunct="1">
        <a:spcBef>
          <a:spcPct val="0"/>
        </a:spcBef>
        <a:buNone/>
        <a:defRPr sz="15825" kern="1200">
          <a:solidFill>
            <a:schemeClr val="tx1"/>
          </a:solidFill>
          <a:latin typeface="+mj-lt"/>
          <a:ea typeface="+mj-ea"/>
          <a:cs typeface="+mj-cs"/>
        </a:defRPr>
      </a:lvl1pPr>
    </p:titleStyle>
    <p:bodyStyle>
      <a:lvl1pPr marL="1234440" indent="-1234440" algn="l" defTabSz="3291840" rtl="0" eaLnBrk="1" latinLnBrk="0" hangingPunct="1">
        <a:spcBef>
          <a:spcPct val="20000"/>
        </a:spcBef>
        <a:buFont typeface="Arial" pitchFamily="34" charset="0"/>
        <a:buChar char="•"/>
        <a:defRPr sz="11550" kern="1200">
          <a:solidFill>
            <a:schemeClr val="tx1"/>
          </a:solidFill>
          <a:latin typeface="+mn-lt"/>
          <a:ea typeface="+mn-ea"/>
          <a:cs typeface="+mn-cs"/>
        </a:defRPr>
      </a:lvl1pPr>
      <a:lvl2pPr marL="2674620" indent="-1028700" algn="l" defTabSz="3291840" rtl="0" eaLnBrk="1" latinLnBrk="0" hangingPunct="1">
        <a:spcBef>
          <a:spcPct val="20000"/>
        </a:spcBef>
        <a:buFont typeface="Arial" pitchFamily="34" charset="0"/>
        <a:buChar char="–"/>
        <a:defRPr sz="10050" kern="1200">
          <a:solidFill>
            <a:schemeClr val="tx1"/>
          </a:solidFill>
          <a:latin typeface="+mn-lt"/>
          <a:ea typeface="+mn-ea"/>
          <a:cs typeface="+mn-cs"/>
        </a:defRPr>
      </a:lvl2pPr>
      <a:lvl3pPr marL="4114800" indent="-822960" algn="l" defTabSz="3291840" rtl="0" eaLnBrk="1" latinLnBrk="0" hangingPunct="1">
        <a:spcBef>
          <a:spcPct val="20000"/>
        </a:spcBef>
        <a:buFont typeface="Arial" pitchFamily="34" charset="0"/>
        <a:buChar char="•"/>
        <a:defRPr sz="8625" kern="1200">
          <a:solidFill>
            <a:schemeClr val="tx1"/>
          </a:solidFill>
          <a:latin typeface="+mn-lt"/>
          <a:ea typeface="+mn-ea"/>
          <a:cs typeface="+mn-cs"/>
        </a:defRPr>
      </a:lvl3pPr>
      <a:lvl4pPr marL="5760720" indent="-822960" algn="l" defTabSz="3291840" rtl="0" eaLnBrk="1" latinLnBrk="0" hangingPunct="1">
        <a:spcBef>
          <a:spcPct val="20000"/>
        </a:spcBef>
        <a:buFont typeface="Arial" pitchFamily="34" charset="0"/>
        <a:buChar char="–"/>
        <a:defRPr sz="7200" kern="1200">
          <a:solidFill>
            <a:schemeClr val="tx1"/>
          </a:solidFill>
          <a:latin typeface="+mn-lt"/>
          <a:ea typeface="+mn-ea"/>
          <a:cs typeface="+mn-cs"/>
        </a:defRPr>
      </a:lvl4pPr>
      <a:lvl5pPr marL="7406640" indent="-822960" algn="l" defTabSz="3291840" rtl="0" eaLnBrk="1" latinLnBrk="0" hangingPunct="1">
        <a:spcBef>
          <a:spcPct val="20000"/>
        </a:spcBef>
        <a:buFont typeface="Arial" pitchFamily="34" charset="0"/>
        <a:buChar char="»"/>
        <a:defRPr sz="7200" kern="1200">
          <a:solidFill>
            <a:schemeClr val="tx1"/>
          </a:solidFill>
          <a:latin typeface="+mn-lt"/>
          <a:ea typeface="+mn-ea"/>
          <a:cs typeface="+mn-cs"/>
        </a:defRPr>
      </a:lvl5pPr>
      <a:lvl6pPr marL="9052560" indent="-822960" algn="l" defTabSz="3291840" rtl="0" eaLnBrk="1" latinLnBrk="0" hangingPunct="1">
        <a:spcBef>
          <a:spcPct val="20000"/>
        </a:spcBef>
        <a:buFont typeface="Arial" pitchFamily="34" charset="0"/>
        <a:buChar char="•"/>
        <a:defRPr sz="7200" kern="1200">
          <a:solidFill>
            <a:schemeClr val="tx1"/>
          </a:solidFill>
          <a:latin typeface="+mn-lt"/>
          <a:ea typeface="+mn-ea"/>
          <a:cs typeface="+mn-cs"/>
        </a:defRPr>
      </a:lvl6pPr>
      <a:lvl7pPr marL="10698480" indent="-822960" algn="l" defTabSz="3291840" rtl="0" eaLnBrk="1" latinLnBrk="0" hangingPunct="1">
        <a:spcBef>
          <a:spcPct val="20000"/>
        </a:spcBef>
        <a:buFont typeface="Arial" pitchFamily="34" charset="0"/>
        <a:buChar char="•"/>
        <a:defRPr sz="7200" kern="1200">
          <a:solidFill>
            <a:schemeClr val="tx1"/>
          </a:solidFill>
          <a:latin typeface="+mn-lt"/>
          <a:ea typeface="+mn-ea"/>
          <a:cs typeface="+mn-cs"/>
        </a:defRPr>
      </a:lvl7pPr>
      <a:lvl8pPr marL="12344400" indent="-822960" algn="l" defTabSz="3291840" rtl="0" eaLnBrk="1" latinLnBrk="0" hangingPunct="1">
        <a:spcBef>
          <a:spcPct val="20000"/>
        </a:spcBef>
        <a:buFont typeface="Arial" pitchFamily="34" charset="0"/>
        <a:buChar char="•"/>
        <a:defRPr sz="7200" kern="1200">
          <a:solidFill>
            <a:schemeClr val="tx1"/>
          </a:solidFill>
          <a:latin typeface="+mn-lt"/>
          <a:ea typeface="+mn-ea"/>
          <a:cs typeface="+mn-cs"/>
        </a:defRPr>
      </a:lvl8pPr>
      <a:lvl9pPr marL="13990320" indent="-822960" algn="l" defTabSz="3291840" rtl="0" eaLnBrk="1" latinLnBrk="0" hangingPunct="1">
        <a:spcBef>
          <a:spcPct val="20000"/>
        </a:spcBef>
        <a:buFont typeface="Arial" pitchFamily="34" charset="0"/>
        <a:buChar char="•"/>
        <a:defRPr sz="7200" kern="1200">
          <a:solidFill>
            <a:schemeClr val="tx1"/>
          </a:solidFill>
          <a:latin typeface="+mn-lt"/>
          <a:ea typeface="+mn-ea"/>
          <a:cs typeface="+mn-cs"/>
        </a:defRPr>
      </a:lvl9pPr>
    </p:bodyStyle>
    <p:otherStyle>
      <a:defPPr>
        <a:defRPr lang="en-US"/>
      </a:defPPr>
      <a:lvl1pPr marL="0" algn="l" defTabSz="3291840" rtl="0" eaLnBrk="1" latinLnBrk="0" hangingPunct="1">
        <a:defRPr sz="6450" kern="1200">
          <a:solidFill>
            <a:schemeClr val="tx1"/>
          </a:solidFill>
          <a:latin typeface="+mn-lt"/>
          <a:ea typeface="+mn-ea"/>
          <a:cs typeface="+mn-cs"/>
        </a:defRPr>
      </a:lvl1pPr>
      <a:lvl2pPr marL="1645920" algn="l" defTabSz="3291840" rtl="0" eaLnBrk="1" latinLnBrk="0" hangingPunct="1">
        <a:defRPr sz="6450" kern="1200">
          <a:solidFill>
            <a:schemeClr val="tx1"/>
          </a:solidFill>
          <a:latin typeface="+mn-lt"/>
          <a:ea typeface="+mn-ea"/>
          <a:cs typeface="+mn-cs"/>
        </a:defRPr>
      </a:lvl2pPr>
      <a:lvl3pPr marL="3291840" algn="l" defTabSz="3291840" rtl="0" eaLnBrk="1" latinLnBrk="0" hangingPunct="1">
        <a:defRPr sz="6450" kern="1200">
          <a:solidFill>
            <a:schemeClr val="tx1"/>
          </a:solidFill>
          <a:latin typeface="+mn-lt"/>
          <a:ea typeface="+mn-ea"/>
          <a:cs typeface="+mn-cs"/>
        </a:defRPr>
      </a:lvl3pPr>
      <a:lvl4pPr marL="4937760" algn="l" defTabSz="3291840" rtl="0" eaLnBrk="1" latinLnBrk="0" hangingPunct="1">
        <a:defRPr sz="6450" kern="1200">
          <a:solidFill>
            <a:schemeClr val="tx1"/>
          </a:solidFill>
          <a:latin typeface="+mn-lt"/>
          <a:ea typeface="+mn-ea"/>
          <a:cs typeface="+mn-cs"/>
        </a:defRPr>
      </a:lvl4pPr>
      <a:lvl5pPr marL="6583680" algn="l" defTabSz="3291840" rtl="0" eaLnBrk="1" latinLnBrk="0" hangingPunct="1">
        <a:defRPr sz="6450" kern="1200">
          <a:solidFill>
            <a:schemeClr val="tx1"/>
          </a:solidFill>
          <a:latin typeface="+mn-lt"/>
          <a:ea typeface="+mn-ea"/>
          <a:cs typeface="+mn-cs"/>
        </a:defRPr>
      </a:lvl5pPr>
      <a:lvl6pPr marL="8229600" algn="l" defTabSz="3291840" rtl="0" eaLnBrk="1" latinLnBrk="0" hangingPunct="1">
        <a:defRPr sz="6450" kern="1200">
          <a:solidFill>
            <a:schemeClr val="tx1"/>
          </a:solidFill>
          <a:latin typeface="+mn-lt"/>
          <a:ea typeface="+mn-ea"/>
          <a:cs typeface="+mn-cs"/>
        </a:defRPr>
      </a:lvl6pPr>
      <a:lvl7pPr marL="9875520" algn="l" defTabSz="3291840" rtl="0" eaLnBrk="1" latinLnBrk="0" hangingPunct="1">
        <a:defRPr sz="6450" kern="1200">
          <a:solidFill>
            <a:schemeClr val="tx1"/>
          </a:solidFill>
          <a:latin typeface="+mn-lt"/>
          <a:ea typeface="+mn-ea"/>
          <a:cs typeface="+mn-cs"/>
        </a:defRPr>
      </a:lvl7pPr>
      <a:lvl8pPr marL="11521440" algn="l" defTabSz="3291840" rtl="0" eaLnBrk="1" latinLnBrk="0" hangingPunct="1">
        <a:defRPr sz="6450" kern="1200">
          <a:solidFill>
            <a:schemeClr val="tx1"/>
          </a:solidFill>
          <a:latin typeface="+mn-lt"/>
          <a:ea typeface="+mn-ea"/>
          <a:cs typeface="+mn-cs"/>
        </a:defRPr>
      </a:lvl8pPr>
      <a:lvl9pPr marL="13167361" algn="l" defTabSz="3291840" rtl="0" eaLnBrk="1" latinLnBrk="0" hangingPunct="1">
        <a:defRPr sz="64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970" y="-38100"/>
            <a:ext cx="32918400" cy="43891200"/>
          </a:xfrm>
          <a:prstGeom prst="rect">
            <a:avLst/>
          </a:prstGeom>
          <a:gradFill>
            <a:gsLst>
              <a:gs pos="100000">
                <a:srgbClr val="7A1C1C"/>
              </a:gs>
              <a:gs pos="54000">
                <a:srgbClr val="B51F1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450" dirty="0"/>
          </a:p>
        </p:txBody>
      </p:sp>
      <p:grpSp>
        <p:nvGrpSpPr>
          <p:cNvPr id="2" name="Group 1">
            <a:extLst>
              <a:ext uri="{FF2B5EF4-FFF2-40B4-BE49-F238E27FC236}">
                <a16:creationId xmlns:a16="http://schemas.microsoft.com/office/drawing/2014/main" id="{B3381F70-485A-4C51-9258-DAB4597CCF47}"/>
              </a:ext>
            </a:extLst>
          </p:cNvPr>
          <p:cNvGrpSpPr/>
          <p:nvPr/>
        </p:nvGrpSpPr>
        <p:grpSpPr>
          <a:xfrm>
            <a:off x="-11430" y="0"/>
            <a:ext cx="32929829" cy="5825670"/>
            <a:chOff x="-15240" y="-14583"/>
            <a:chExt cx="43906439" cy="6690360"/>
          </a:xfrm>
        </p:grpSpPr>
        <p:sp>
          <p:nvSpPr>
            <p:cNvPr id="9" name="Rectangle 8"/>
            <p:cNvSpPr/>
            <p:nvPr/>
          </p:nvSpPr>
          <p:spPr>
            <a:xfrm>
              <a:off x="0" y="2256177"/>
              <a:ext cx="43891200" cy="4419600"/>
            </a:xfrm>
            <a:custGeom>
              <a:avLst/>
              <a:gdLst>
                <a:gd name="connsiteX0" fmla="*/ 0 w 43891200"/>
                <a:gd name="connsiteY0" fmla="*/ 0 h 5108036"/>
                <a:gd name="connsiteX1" fmla="*/ 43891200 w 43891200"/>
                <a:gd name="connsiteY1" fmla="*/ 0 h 5108036"/>
                <a:gd name="connsiteX2" fmla="*/ 43891200 w 43891200"/>
                <a:gd name="connsiteY2" fmla="*/ 4038600 h 5108036"/>
                <a:gd name="connsiteX3" fmla="*/ 0 w 43891200"/>
                <a:gd name="connsiteY3" fmla="*/ 4038600 h 5108036"/>
                <a:gd name="connsiteX4" fmla="*/ 0 w 43891200"/>
                <a:gd name="connsiteY4" fmla="*/ 0 h 5108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91200" h="5108036">
                  <a:moveTo>
                    <a:pt x="0" y="0"/>
                  </a:moveTo>
                  <a:lnTo>
                    <a:pt x="43891200" y="0"/>
                  </a:lnTo>
                  <a:lnTo>
                    <a:pt x="43891200" y="4038600"/>
                  </a:lnTo>
                  <a:cubicBezTo>
                    <a:pt x="29851350" y="7391400"/>
                    <a:pt x="13258800" y="1562100"/>
                    <a:pt x="0" y="4038600"/>
                  </a:cubicBezTo>
                  <a:lnTo>
                    <a:pt x="0" y="0"/>
                  </a:lnTo>
                  <a:close/>
                </a:path>
              </a:pathLst>
            </a:cu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450"/>
            </a:p>
          </p:txBody>
        </p:sp>
        <p:sp>
          <p:nvSpPr>
            <p:cNvPr id="10" name="Rectangle 8"/>
            <p:cNvSpPr/>
            <p:nvPr/>
          </p:nvSpPr>
          <p:spPr>
            <a:xfrm>
              <a:off x="0" y="2256177"/>
              <a:ext cx="43891200" cy="4201348"/>
            </a:xfrm>
            <a:custGeom>
              <a:avLst/>
              <a:gdLst>
                <a:gd name="connsiteX0" fmla="*/ 0 w 43891200"/>
                <a:gd name="connsiteY0" fmla="*/ 0 h 5108036"/>
                <a:gd name="connsiteX1" fmla="*/ 43891200 w 43891200"/>
                <a:gd name="connsiteY1" fmla="*/ 0 h 5108036"/>
                <a:gd name="connsiteX2" fmla="*/ 43891200 w 43891200"/>
                <a:gd name="connsiteY2" fmla="*/ 4038600 h 5108036"/>
                <a:gd name="connsiteX3" fmla="*/ 0 w 43891200"/>
                <a:gd name="connsiteY3" fmla="*/ 4038600 h 5108036"/>
                <a:gd name="connsiteX4" fmla="*/ 0 w 43891200"/>
                <a:gd name="connsiteY4" fmla="*/ 0 h 5108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891200" h="5108036">
                  <a:moveTo>
                    <a:pt x="0" y="0"/>
                  </a:moveTo>
                  <a:lnTo>
                    <a:pt x="43891200" y="0"/>
                  </a:lnTo>
                  <a:lnTo>
                    <a:pt x="43891200" y="4038600"/>
                  </a:lnTo>
                  <a:cubicBezTo>
                    <a:pt x="29851350" y="7391400"/>
                    <a:pt x="13258800" y="1562100"/>
                    <a:pt x="0" y="4038600"/>
                  </a:cubicBezTo>
                  <a:lnTo>
                    <a:pt x="0" y="0"/>
                  </a:lnTo>
                  <a:close/>
                </a:path>
              </a:pathLst>
            </a:cu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450"/>
            </a:p>
          </p:txBody>
        </p:sp>
        <p:sp>
          <p:nvSpPr>
            <p:cNvPr id="11" name="Rectangle 8"/>
            <p:cNvSpPr/>
            <p:nvPr/>
          </p:nvSpPr>
          <p:spPr>
            <a:xfrm>
              <a:off x="-15240" y="-14583"/>
              <a:ext cx="43906439" cy="6253856"/>
            </a:xfrm>
            <a:custGeom>
              <a:avLst/>
              <a:gdLst>
                <a:gd name="connsiteX0" fmla="*/ 0 w 43906440"/>
                <a:gd name="connsiteY0" fmla="*/ 19544 h 8020124"/>
                <a:gd name="connsiteX1" fmla="*/ 43906440 w 43906440"/>
                <a:gd name="connsiteY1" fmla="*/ 0 h 8020124"/>
                <a:gd name="connsiteX2" fmla="*/ 43906440 w 43906440"/>
                <a:gd name="connsiteY2" fmla="*/ 6950688 h 8020124"/>
                <a:gd name="connsiteX3" fmla="*/ 15240 w 43906440"/>
                <a:gd name="connsiteY3" fmla="*/ 6950688 h 8020124"/>
                <a:gd name="connsiteX4" fmla="*/ 0 w 43906440"/>
                <a:gd name="connsiteY4" fmla="*/ 19544 h 8020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06440" h="8020124">
                  <a:moveTo>
                    <a:pt x="0" y="19544"/>
                  </a:moveTo>
                  <a:lnTo>
                    <a:pt x="43906440" y="0"/>
                  </a:lnTo>
                  <a:lnTo>
                    <a:pt x="43906440" y="6950688"/>
                  </a:lnTo>
                  <a:cubicBezTo>
                    <a:pt x="29866590" y="10303488"/>
                    <a:pt x="13274040" y="4474188"/>
                    <a:pt x="15240" y="6950688"/>
                  </a:cubicBezTo>
                  <a:lnTo>
                    <a:pt x="0" y="1954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450"/>
            </a:p>
          </p:txBody>
        </p:sp>
      </p:grpSp>
      <p:sp>
        <p:nvSpPr>
          <p:cNvPr id="14" name="Text Placeholder 5">
            <a:extLst>
              <a:ext uri="{FF2B5EF4-FFF2-40B4-BE49-F238E27FC236}">
                <a16:creationId xmlns:a16="http://schemas.microsoft.com/office/drawing/2014/main" id="{96D93ECD-B6C6-4112-90D7-E231945E1F30}"/>
              </a:ext>
            </a:extLst>
          </p:cNvPr>
          <p:cNvSpPr txBox="1"/>
          <p:nvPr/>
        </p:nvSpPr>
        <p:spPr>
          <a:xfrm>
            <a:off x="1718186" y="451819"/>
            <a:ext cx="29482030" cy="2360394"/>
          </a:xfrm>
          <a:prstGeom prst="rect">
            <a:avLst/>
          </a:prstGeom>
        </p:spPr>
        <p:txBody>
          <a:bodyPr lIns="0" tIns="0" rIns="0" bIns="0">
            <a:noAutofit/>
          </a:bodyPr>
          <a:lstStyle>
            <a:defPPr>
              <a:defRPr kern="1200"/>
            </a:defPPr>
            <a:lvl1pPr marL="0" marR="0" indent="0" algn="l" defTabSz="3783013" rtl="0" eaLnBrk="1" fontAlgn="auto" latinLnBrk="0" hangingPunct="1">
              <a:lnSpc>
                <a:spcPct val="100000"/>
              </a:lnSpc>
              <a:spcBef>
                <a:spcPts val="600"/>
              </a:spcBef>
              <a:spcAft>
                <a:spcPct val="0"/>
              </a:spcAft>
              <a:buClrTx/>
              <a:buSzTx/>
              <a:buFontTx/>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r>
              <a:rPr lang="en-US" sz="6600" b="1" dirty="0"/>
              <a:t>A Domain-Adapted AI Assistant for Operating Systems Question Answering</a:t>
            </a:r>
            <a:endParaRPr lang="en-US" sz="6600" dirty="0"/>
          </a:p>
        </p:txBody>
      </p:sp>
      <p:sp>
        <p:nvSpPr>
          <p:cNvPr id="15" name="Text Placeholder 5">
            <a:extLst>
              <a:ext uri="{FF2B5EF4-FFF2-40B4-BE49-F238E27FC236}">
                <a16:creationId xmlns:a16="http://schemas.microsoft.com/office/drawing/2014/main" id="{3372A251-F0BA-4160-BA4B-E2D8E2D287AA}"/>
              </a:ext>
            </a:extLst>
          </p:cNvPr>
          <p:cNvSpPr txBox="1"/>
          <p:nvPr/>
        </p:nvSpPr>
        <p:spPr>
          <a:xfrm>
            <a:off x="1718186" y="2812213"/>
            <a:ext cx="29482030" cy="2129814"/>
          </a:xfrm>
          <a:prstGeom prst="rect">
            <a:avLst/>
          </a:prstGeom>
        </p:spPr>
        <p:txBody>
          <a:bodyPr lIns="0" tIns="0" rIns="0" bIns="0">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a:defRPr/>
            </a:pPr>
            <a:r>
              <a:rPr lang="en-US" sz="4400" b="1" dirty="0"/>
              <a:t>Ibrahim Alborno, Immanuel Olaoye</a:t>
            </a:r>
            <a:br>
              <a:rPr lang="en-US" sz="4400" dirty="0"/>
            </a:br>
            <a:r>
              <a:rPr lang="en-US" sz="4400" b="1" dirty="0"/>
              <a:t>University of Missouri–Kansas City, CS 5542</a:t>
            </a:r>
            <a:endParaRPr lang="en-US" sz="4400" dirty="0"/>
          </a:p>
          <a:p>
            <a:pPr algn="ctr">
              <a:defRPr/>
            </a:pPr>
            <a:endParaRPr lang="en-US" sz="4200" dirty="0">
              <a:solidFill>
                <a:srgbClr val="2D3C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Rectangle 26"/>
          <p:cNvSpPr/>
          <p:nvPr/>
        </p:nvSpPr>
        <p:spPr>
          <a:xfrm>
            <a:off x="935281" y="6865475"/>
            <a:ext cx="15016011" cy="6545725"/>
          </a:xfrm>
          <a:prstGeom prst="rect">
            <a:avLst/>
          </a:prstGeom>
          <a:solidFill>
            <a:srgbClr val="2D3C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50" b="1">
              <a:solidFill>
                <a:schemeClr val="bg1"/>
              </a:solidFill>
            </a:endParaRPr>
          </a:p>
        </p:txBody>
      </p:sp>
      <p:sp>
        <p:nvSpPr>
          <p:cNvPr id="30" name="Rectangle 29"/>
          <p:cNvSpPr/>
          <p:nvPr/>
        </p:nvSpPr>
        <p:spPr>
          <a:xfrm>
            <a:off x="935281" y="6721643"/>
            <a:ext cx="15016011"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rPr>
              <a:t>Problem Statement / Motivation</a:t>
            </a:r>
            <a:endParaRPr lang="en-US" sz="3600" b="1" dirty="0">
              <a:solidFill>
                <a:schemeClr val="tx1"/>
              </a:solidFill>
              <a:latin typeface="Bree Serif" panose="02000503040000020004" pitchFamily="2" charset="0"/>
            </a:endParaRPr>
          </a:p>
        </p:txBody>
      </p:sp>
      <p:sp>
        <p:nvSpPr>
          <p:cNvPr id="32" name="TextBox 31"/>
          <p:cNvSpPr txBox="1"/>
          <p:nvPr/>
        </p:nvSpPr>
        <p:spPr>
          <a:xfrm>
            <a:off x="1256636" y="7881472"/>
            <a:ext cx="14373301" cy="4832092"/>
          </a:xfrm>
          <a:prstGeom prst="rect">
            <a:avLst/>
          </a:prstGeom>
          <a:noFill/>
        </p:spPr>
        <p:txBody>
          <a:bodyPr wrap="square" rtlCol="0">
            <a:spAutoFit/>
          </a:bodyPr>
          <a:lstStyle/>
          <a:p>
            <a:pPr lvl="0"/>
            <a:r>
              <a:rPr lang="en-US" sz="4400" dirty="0">
                <a:solidFill>
                  <a:schemeClr val="bg1"/>
                </a:solidFill>
              </a:rPr>
              <a:t>General-purpose AI systems often produce answers that are too broad, inconsistent, or not well-focused for specific academic domains. In operating systems education, students benefit from responses that are more accurate, structured, and relevant to technical concepts. This project addresses that problem by adapting an AI assistant to answer operating systems questions more effectively.</a:t>
            </a:r>
            <a:endParaRPr lang="en-US" sz="44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3" name="TextBox 32"/>
          <p:cNvSpPr txBox="1"/>
          <p:nvPr/>
        </p:nvSpPr>
        <p:spPr>
          <a:xfrm>
            <a:off x="833972" y="15226275"/>
            <a:ext cx="14909623" cy="4154984"/>
          </a:xfrm>
          <a:prstGeom prst="rect">
            <a:avLst/>
          </a:prstGeom>
          <a:noFill/>
        </p:spPr>
        <p:txBody>
          <a:bodyPr wrap="square" rtlCol="0">
            <a:spAutoFit/>
          </a:bodyPr>
          <a:lstStyle/>
          <a:p>
            <a:r>
              <a:rPr lang="en-US" sz="4400" dirty="0">
                <a:solidFill>
                  <a:schemeClr val="bg1"/>
                </a:solidFill>
              </a:rPr>
              <a:t>The project used an instruction dataset stored in dataset/</a:t>
            </a:r>
            <a:r>
              <a:rPr lang="en-US" sz="4400" dirty="0" err="1">
                <a:solidFill>
                  <a:schemeClr val="bg1"/>
                </a:solidFill>
              </a:rPr>
              <a:t>instructions.json</a:t>
            </a:r>
            <a:r>
              <a:rPr lang="en-US" sz="4400" dirty="0">
                <a:solidFill>
                  <a:schemeClr val="bg1"/>
                </a:solidFill>
              </a:rPr>
              <a:t>. The dataset contains question-answer examples focused on operating systems topics such as deadlock, scheduling, memory management, synchronization, and process behavior. This dataset was used to help adapt the model to produce more domain-specific responses.</a:t>
            </a:r>
          </a:p>
        </p:txBody>
      </p:sp>
      <p:sp>
        <p:nvSpPr>
          <p:cNvPr id="75" name="Rectangle 74"/>
          <p:cNvSpPr/>
          <p:nvPr/>
        </p:nvSpPr>
        <p:spPr>
          <a:xfrm>
            <a:off x="916231" y="14048484"/>
            <a:ext cx="15016011"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rPr>
              <a:t>Dataset Description</a:t>
            </a:r>
            <a:endParaRPr lang="en-US" sz="3600" b="1" dirty="0">
              <a:solidFill>
                <a:schemeClr val="tx1"/>
              </a:solidFill>
              <a:latin typeface="Bree Serif" panose="02000503040000020004" pitchFamily="2" charset="0"/>
            </a:endParaRPr>
          </a:p>
        </p:txBody>
      </p:sp>
      <p:sp>
        <p:nvSpPr>
          <p:cNvPr id="23" name="Rectangle 22">
            <a:extLst>
              <a:ext uri="{FF2B5EF4-FFF2-40B4-BE49-F238E27FC236}">
                <a16:creationId xmlns:a16="http://schemas.microsoft.com/office/drawing/2014/main" id="{9EC2338B-4C2C-41CF-9F5C-6287CBAF3E7A}"/>
              </a:ext>
            </a:extLst>
          </p:cNvPr>
          <p:cNvSpPr/>
          <p:nvPr/>
        </p:nvSpPr>
        <p:spPr>
          <a:xfrm>
            <a:off x="16835230" y="6728758"/>
            <a:ext cx="15016011"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rPr>
              <a:t>System Architecture / Pipeline</a:t>
            </a:r>
            <a:endParaRPr lang="en-US" sz="3600" b="1" dirty="0">
              <a:solidFill>
                <a:schemeClr val="tx1"/>
              </a:solidFill>
              <a:latin typeface="Bree Serif" panose="02000503040000020004" pitchFamily="2" charset="0"/>
            </a:endParaRPr>
          </a:p>
        </p:txBody>
      </p:sp>
      <p:sp>
        <p:nvSpPr>
          <p:cNvPr id="25" name="Rectangle 24">
            <a:extLst>
              <a:ext uri="{FF2B5EF4-FFF2-40B4-BE49-F238E27FC236}">
                <a16:creationId xmlns:a16="http://schemas.microsoft.com/office/drawing/2014/main" id="{BBB0E07D-E054-42DE-A138-31D324E10705}"/>
              </a:ext>
            </a:extLst>
          </p:cNvPr>
          <p:cNvSpPr/>
          <p:nvPr/>
        </p:nvSpPr>
        <p:spPr>
          <a:xfrm>
            <a:off x="17068417" y="34573019"/>
            <a:ext cx="15016011"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2D3C50"/>
                </a:solidFill>
                <a:latin typeface="Bree Serif" panose="02000503040000020004" pitchFamily="2" charset="0"/>
              </a:rPr>
              <a:t>Questions?</a:t>
            </a:r>
          </a:p>
        </p:txBody>
      </p:sp>
      <p:sp>
        <p:nvSpPr>
          <p:cNvPr id="26" name="TextBox 25">
            <a:extLst>
              <a:ext uri="{FF2B5EF4-FFF2-40B4-BE49-F238E27FC236}">
                <a16:creationId xmlns:a16="http://schemas.microsoft.com/office/drawing/2014/main" id="{89259608-52E0-420A-9B3D-7EF5A3DF402F}"/>
              </a:ext>
            </a:extLst>
          </p:cNvPr>
          <p:cNvSpPr txBox="1"/>
          <p:nvPr/>
        </p:nvSpPr>
        <p:spPr>
          <a:xfrm>
            <a:off x="667555" y="28536986"/>
            <a:ext cx="14909623" cy="5509200"/>
          </a:xfrm>
          <a:prstGeom prst="rect">
            <a:avLst/>
          </a:prstGeom>
          <a:noFill/>
        </p:spPr>
        <p:txBody>
          <a:bodyPr wrap="square" rtlCol="0">
            <a:spAutoFit/>
          </a:bodyPr>
          <a:lstStyle/>
          <a:p>
            <a:pPr lvl="0"/>
            <a:r>
              <a:rPr lang="en-US" sz="4400" dirty="0">
                <a:solidFill>
                  <a:schemeClr val="bg1"/>
                </a:solidFill>
              </a:rPr>
              <a:t>After domain adaptation and system integration, the application produced responses that were more structured, more relevant to operating systems topics, and more consistent than general baseline responses. The addition of backend integration, logging, monitoring, and evaluation support also improved reliability and stability during testing. These results show that domain adaptation can improve the usefulness of an AI assistant in a targeted educational setting</a:t>
            </a:r>
            <a:endParaRPr lang="en-US" sz="44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Rectangle 27">
            <a:extLst>
              <a:ext uri="{FF2B5EF4-FFF2-40B4-BE49-F238E27FC236}">
                <a16:creationId xmlns:a16="http://schemas.microsoft.com/office/drawing/2014/main" id="{2CC33B4E-77C5-4EE0-8C32-59213133AD07}"/>
              </a:ext>
            </a:extLst>
          </p:cNvPr>
          <p:cNvSpPr/>
          <p:nvPr/>
        </p:nvSpPr>
        <p:spPr>
          <a:xfrm>
            <a:off x="17039354" y="17307547"/>
            <a:ext cx="15016011"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rPr>
              <a:t>Conclusion &amp; Future Work</a:t>
            </a:r>
            <a:endParaRPr lang="en-US" sz="3600" b="1" dirty="0">
              <a:solidFill>
                <a:schemeClr val="tx1"/>
              </a:solidFill>
              <a:latin typeface="Bree Serif" panose="02000503040000020004" pitchFamily="2" charset="0"/>
            </a:endParaRPr>
          </a:p>
        </p:txBody>
      </p:sp>
      <p:sp>
        <p:nvSpPr>
          <p:cNvPr id="3" name="Rectangle 2">
            <a:extLst>
              <a:ext uri="{FF2B5EF4-FFF2-40B4-BE49-F238E27FC236}">
                <a16:creationId xmlns:a16="http://schemas.microsoft.com/office/drawing/2014/main" id="{B0AE5116-40CB-9F9F-90A3-640CC2FD5436}"/>
              </a:ext>
            </a:extLst>
          </p:cNvPr>
          <p:cNvSpPr/>
          <p:nvPr/>
        </p:nvSpPr>
        <p:spPr>
          <a:xfrm>
            <a:off x="780777" y="19716750"/>
            <a:ext cx="15016011"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rPr>
              <a:t>Methodology / Approach</a:t>
            </a:r>
            <a:endParaRPr lang="en-US" sz="3600" b="1" dirty="0">
              <a:solidFill>
                <a:schemeClr val="tx1"/>
              </a:solidFill>
              <a:latin typeface="Bree Serif" panose="02000503040000020004" pitchFamily="2" charset="0"/>
            </a:endParaRPr>
          </a:p>
        </p:txBody>
      </p:sp>
      <p:sp>
        <p:nvSpPr>
          <p:cNvPr id="5" name="TextBox 4">
            <a:extLst>
              <a:ext uri="{FF2B5EF4-FFF2-40B4-BE49-F238E27FC236}">
                <a16:creationId xmlns:a16="http://schemas.microsoft.com/office/drawing/2014/main" id="{E2109A7B-8046-3142-ACE1-E5DE0AFF07B4}"/>
              </a:ext>
            </a:extLst>
          </p:cNvPr>
          <p:cNvSpPr txBox="1"/>
          <p:nvPr/>
        </p:nvSpPr>
        <p:spPr>
          <a:xfrm>
            <a:off x="780777" y="20936378"/>
            <a:ext cx="14827669" cy="6186309"/>
          </a:xfrm>
          <a:prstGeom prst="rect">
            <a:avLst/>
          </a:prstGeom>
          <a:noFill/>
        </p:spPr>
        <p:txBody>
          <a:bodyPr wrap="square" rtlCol="0">
            <a:spAutoFit/>
          </a:bodyPr>
          <a:lstStyle/>
          <a:p>
            <a:r>
              <a:rPr lang="en-US" sz="4400" dirty="0">
                <a:solidFill>
                  <a:schemeClr val="bg1"/>
                </a:solidFill>
              </a:rPr>
              <a:t>The system combines a </a:t>
            </a:r>
            <a:r>
              <a:rPr lang="en-US" sz="4400" dirty="0" err="1">
                <a:solidFill>
                  <a:schemeClr val="bg1"/>
                </a:solidFill>
              </a:rPr>
              <a:t>Streamlit</a:t>
            </a:r>
            <a:r>
              <a:rPr lang="en-US" sz="4400" dirty="0">
                <a:solidFill>
                  <a:schemeClr val="bg1"/>
                </a:solidFill>
              </a:rPr>
              <a:t> frontend, a </a:t>
            </a:r>
            <a:r>
              <a:rPr lang="en-US" sz="4400" dirty="0" err="1">
                <a:solidFill>
                  <a:schemeClr val="bg1"/>
                </a:solidFill>
              </a:rPr>
              <a:t>FastAPI</a:t>
            </a:r>
            <a:r>
              <a:rPr lang="en-US" sz="4400" dirty="0">
                <a:solidFill>
                  <a:schemeClr val="bg1"/>
                </a:solidFill>
              </a:rPr>
              <a:t> backend, and a </a:t>
            </a:r>
            <a:r>
              <a:rPr lang="en-US" sz="4400" dirty="0" err="1">
                <a:solidFill>
                  <a:schemeClr val="bg1"/>
                </a:solidFill>
              </a:rPr>
              <a:t>LoRA</a:t>
            </a:r>
            <a:r>
              <a:rPr lang="en-US" sz="4400" dirty="0">
                <a:solidFill>
                  <a:schemeClr val="bg1"/>
                </a:solidFill>
              </a:rPr>
              <a:t>-based fine-tuning process. First, an instruction dataset was prepared using operating systems question-answer pairs. Then the model was adapted using </a:t>
            </a:r>
            <a:r>
              <a:rPr lang="en-US" sz="4400" dirty="0" err="1">
                <a:solidFill>
                  <a:schemeClr val="bg1"/>
                </a:solidFill>
              </a:rPr>
              <a:t>LoRA</a:t>
            </a:r>
            <a:r>
              <a:rPr lang="en-US" sz="4400" dirty="0">
                <a:solidFill>
                  <a:schemeClr val="bg1"/>
                </a:solidFill>
              </a:rPr>
              <a:t> fine-tuning. After training, the adapted model was connected to the </a:t>
            </a:r>
            <a:r>
              <a:rPr lang="en-US" sz="4400" dirty="0" err="1">
                <a:solidFill>
                  <a:schemeClr val="bg1"/>
                </a:solidFill>
              </a:rPr>
              <a:t>FastAPI</a:t>
            </a:r>
            <a:r>
              <a:rPr lang="en-US" sz="4400" dirty="0">
                <a:solidFill>
                  <a:schemeClr val="bg1"/>
                </a:solidFill>
              </a:rPr>
              <a:t> backend and </a:t>
            </a:r>
            <a:r>
              <a:rPr lang="en-US" sz="4400" dirty="0" err="1">
                <a:solidFill>
                  <a:schemeClr val="bg1"/>
                </a:solidFill>
              </a:rPr>
              <a:t>Streamlit</a:t>
            </a:r>
            <a:r>
              <a:rPr lang="en-US" sz="4400" dirty="0">
                <a:solidFill>
                  <a:schemeClr val="bg1"/>
                </a:solidFill>
              </a:rPr>
              <a:t> frontend so users could interact with the system. Logging, monitoring, evaluation, and reproducibility improvements were also added to strengthen the final application.</a:t>
            </a:r>
          </a:p>
        </p:txBody>
      </p:sp>
      <p:sp>
        <p:nvSpPr>
          <p:cNvPr id="6" name="TextBox 5">
            <a:extLst>
              <a:ext uri="{FF2B5EF4-FFF2-40B4-BE49-F238E27FC236}">
                <a16:creationId xmlns:a16="http://schemas.microsoft.com/office/drawing/2014/main" id="{DCD2FC19-B0C9-B89E-7948-A5FAF69D3B1B}"/>
              </a:ext>
            </a:extLst>
          </p:cNvPr>
          <p:cNvSpPr txBox="1"/>
          <p:nvPr/>
        </p:nvSpPr>
        <p:spPr>
          <a:xfrm>
            <a:off x="16835230" y="7927050"/>
            <a:ext cx="14559170" cy="4832092"/>
          </a:xfrm>
          <a:prstGeom prst="rect">
            <a:avLst/>
          </a:prstGeom>
          <a:noFill/>
        </p:spPr>
        <p:txBody>
          <a:bodyPr wrap="square" rtlCol="0">
            <a:spAutoFit/>
          </a:bodyPr>
          <a:lstStyle/>
          <a:p>
            <a:r>
              <a:rPr lang="en-US" sz="4400" dirty="0">
                <a:solidFill>
                  <a:schemeClr val="bg1"/>
                </a:solidFill>
              </a:rPr>
              <a:t>The workflow of the system begins with an operating systems instruction dataset. That dataset is used in a </a:t>
            </a:r>
            <a:r>
              <a:rPr lang="en-US" sz="4400" dirty="0" err="1">
                <a:solidFill>
                  <a:schemeClr val="bg1"/>
                </a:solidFill>
              </a:rPr>
              <a:t>LoRA</a:t>
            </a:r>
            <a:r>
              <a:rPr lang="en-US" sz="4400" dirty="0">
                <a:solidFill>
                  <a:schemeClr val="bg1"/>
                </a:solidFill>
              </a:rPr>
              <a:t>-based fine-tuning process to adapt the model to the target domain. The adapted model is then connected to a </a:t>
            </a:r>
            <a:r>
              <a:rPr lang="en-US" sz="4400" dirty="0" err="1">
                <a:solidFill>
                  <a:schemeClr val="bg1"/>
                </a:solidFill>
              </a:rPr>
              <a:t>FastAPI</a:t>
            </a:r>
            <a:r>
              <a:rPr lang="en-US" sz="4400" dirty="0">
                <a:solidFill>
                  <a:schemeClr val="bg1"/>
                </a:solidFill>
              </a:rPr>
              <a:t> backend, which communicates with a </a:t>
            </a:r>
            <a:r>
              <a:rPr lang="en-US" sz="4400" dirty="0" err="1">
                <a:solidFill>
                  <a:schemeClr val="bg1"/>
                </a:solidFill>
              </a:rPr>
              <a:t>Streamlit</a:t>
            </a:r>
            <a:r>
              <a:rPr lang="en-US" sz="4400" dirty="0">
                <a:solidFill>
                  <a:schemeClr val="bg1"/>
                </a:solidFill>
              </a:rPr>
              <a:t> frontend for user interaction. Additional support for logging, monitoring, evaluation, and reproducibility helps improve the reliability of the final system.</a:t>
            </a:r>
          </a:p>
        </p:txBody>
      </p:sp>
      <p:sp>
        <p:nvSpPr>
          <p:cNvPr id="7" name="Rectangle 6">
            <a:extLst>
              <a:ext uri="{FF2B5EF4-FFF2-40B4-BE49-F238E27FC236}">
                <a16:creationId xmlns:a16="http://schemas.microsoft.com/office/drawing/2014/main" id="{9DB4BF44-EFAA-9B1F-22DA-82B12BEAE520}"/>
              </a:ext>
            </a:extLst>
          </p:cNvPr>
          <p:cNvSpPr/>
          <p:nvPr/>
        </p:nvSpPr>
        <p:spPr>
          <a:xfrm>
            <a:off x="16835230" y="13658559"/>
            <a:ext cx="3179519"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Instruction Dataset</a:t>
            </a:r>
          </a:p>
        </p:txBody>
      </p:sp>
      <p:sp>
        <p:nvSpPr>
          <p:cNvPr id="12" name="Rectangle 11">
            <a:extLst>
              <a:ext uri="{FF2B5EF4-FFF2-40B4-BE49-F238E27FC236}">
                <a16:creationId xmlns:a16="http://schemas.microsoft.com/office/drawing/2014/main" id="{E86D0996-3701-8870-5862-FB39917EDB37}"/>
              </a:ext>
            </a:extLst>
          </p:cNvPr>
          <p:cNvSpPr/>
          <p:nvPr/>
        </p:nvSpPr>
        <p:spPr>
          <a:xfrm>
            <a:off x="22734191" y="15025853"/>
            <a:ext cx="5410568"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Logging, Monitoring, and Evaluation</a:t>
            </a:r>
          </a:p>
        </p:txBody>
      </p:sp>
      <p:sp>
        <p:nvSpPr>
          <p:cNvPr id="13" name="Rectangle 12">
            <a:extLst>
              <a:ext uri="{FF2B5EF4-FFF2-40B4-BE49-F238E27FC236}">
                <a16:creationId xmlns:a16="http://schemas.microsoft.com/office/drawing/2014/main" id="{A3716799-7C8D-9AB3-85B2-033AB8CC229E}"/>
              </a:ext>
            </a:extLst>
          </p:cNvPr>
          <p:cNvSpPr/>
          <p:nvPr/>
        </p:nvSpPr>
        <p:spPr>
          <a:xfrm>
            <a:off x="28904909" y="15082854"/>
            <a:ext cx="3179519"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t>Streamlit</a:t>
            </a:r>
            <a:r>
              <a:rPr lang="en-US" sz="3200" dirty="0"/>
              <a:t> Frontend</a:t>
            </a:r>
          </a:p>
        </p:txBody>
      </p:sp>
      <p:sp>
        <p:nvSpPr>
          <p:cNvPr id="16" name="Rectangle 15">
            <a:extLst>
              <a:ext uri="{FF2B5EF4-FFF2-40B4-BE49-F238E27FC236}">
                <a16:creationId xmlns:a16="http://schemas.microsoft.com/office/drawing/2014/main" id="{B4809064-F2AC-6A9D-718D-2124034E47CE}"/>
              </a:ext>
            </a:extLst>
          </p:cNvPr>
          <p:cNvSpPr/>
          <p:nvPr/>
        </p:nvSpPr>
        <p:spPr>
          <a:xfrm>
            <a:off x="20920391" y="13677609"/>
            <a:ext cx="3179519"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t>LoRA</a:t>
            </a:r>
            <a:r>
              <a:rPr lang="en-US" sz="3200" dirty="0"/>
              <a:t> Fine-Tuning</a:t>
            </a:r>
          </a:p>
        </p:txBody>
      </p:sp>
      <p:sp>
        <p:nvSpPr>
          <p:cNvPr id="17" name="Rectangle 16">
            <a:extLst>
              <a:ext uri="{FF2B5EF4-FFF2-40B4-BE49-F238E27FC236}">
                <a16:creationId xmlns:a16="http://schemas.microsoft.com/office/drawing/2014/main" id="{DE4A7AC4-4C45-D727-6B51-FBB51B3C4843}"/>
              </a:ext>
            </a:extLst>
          </p:cNvPr>
          <p:cNvSpPr/>
          <p:nvPr/>
        </p:nvSpPr>
        <p:spPr>
          <a:xfrm>
            <a:off x="24927140" y="13734447"/>
            <a:ext cx="3179519" cy="8604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Adapted Model</a:t>
            </a:r>
          </a:p>
        </p:txBody>
      </p:sp>
      <p:sp>
        <p:nvSpPr>
          <p:cNvPr id="18" name="Rectangle 17">
            <a:extLst>
              <a:ext uri="{FF2B5EF4-FFF2-40B4-BE49-F238E27FC236}">
                <a16:creationId xmlns:a16="http://schemas.microsoft.com/office/drawing/2014/main" id="{34A5DDF2-1623-3F50-B09A-8E203FCFB888}"/>
              </a:ext>
            </a:extLst>
          </p:cNvPr>
          <p:cNvSpPr/>
          <p:nvPr/>
        </p:nvSpPr>
        <p:spPr>
          <a:xfrm>
            <a:off x="28898169" y="13688690"/>
            <a:ext cx="3179519"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a:t>FastAPI</a:t>
            </a:r>
            <a:r>
              <a:rPr lang="en-US" sz="3200" dirty="0"/>
              <a:t> Backend</a:t>
            </a:r>
          </a:p>
        </p:txBody>
      </p:sp>
      <p:cxnSp>
        <p:nvCxnSpPr>
          <p:cNvPr id="20" name="Straight Arrow Connector 19">
            <a:extLst>
              <a:ext uri="{FF2B5EF4-FFF2-40B4-BE49-F238E27FC236}">
                <a16:creationId xmlns:a16="http://schemas.microsoft.com/office/drawing/2014/main" id="{4C3065FA-34E5-385D-4D30-C90EC21D6797}"/>
              </a:ext>
            </a:extLst>
          </p:cNvPr>
          <p:cNvCxnSpPr>
            <a:stCxn id="7" idx="3"/>
            <a:endCxn id="16" idx="1"/>
          </p:cNvCxnSpPr>
          <p:nvPr/>
        </p:nvCxnSpPr>
        <p:spPr>
          <a:xfrm>
            <a:off x="20014749" y="14115759"/>
            <a:ext cx="905642" cy="19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62A254E-745E-E3B0-30B6-1ECAE4D74A88}"/>
              </a:ext>
            </a:extLst>
          </p:cNvPr>
          <p:cNvCxnSpPr>
            <a:cxnSpLocks/>
            <a:stCxn id="16" idx="3"/>
            <a:endCxn id="17" idx="1"/>
          </p:cNvCxnSpPr>
          <p:nvPr/>
        </p:nvCxnSpPr>
        <p:spPr>
          <a:xfrm>
            <a:off x="24099910" y="14134809"/>
            <a:ext cx="827230" cy="298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2D755CD3-7244-3076-D37B-8A1CBE8A6CAF}"/>
              </a:ext>
            </a:extLst>
          </p:cNvPr>
          <p:cNvCxnSpPr>
            <a:endCxn id="18" idx="1"/>
          </p:cNvCxnSpPr>
          <p:nvPr/>
        </p:nvCxnSpPr>
        <p:spPr>
          <a:xfrm flipV="1">
            <a:off x="28055233" y="14145890"/>
            <a:ext cx="842936" cy="114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F39FB00-7429-0D20-9FC5-80C2A9FB9DD5}"/>
              </a:ext>
            </a:extLst>
          </p:cNvPr>
          <p:cNvCxnSpPr>
            <a:endCxn id="13" idx="0"/>
          </p:cNvCxnSpPr>
          <p:nvPr/>
        </p:nvCxnSpPr>
        <p:spPr>
          <a:xfrm>
            <a:off x="30494668" y="14555547"/>
            <a:ext cx="1" cy="5273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5C17473-3585-E00E-FDB1-B78233789352}"/>
              </a:ext>
            </a:extLst>
          </p:cNvPr>
          <p:cNvCxnSpPr>
            <a:cxnSpLocks/>
            <a:endCxn id="12" idx="3"/>
          </p:cNvCxnSpPr>
          <p:nvPr/>
        </p:nvCxnSpPr>
        <p:spPr>
          <a:xfrm flipH="1">
            <a:off x="28144759" y="15483053"/>
            <a:ext cx="8429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669C24BE-0838-633E-9603-B49D2AA8C422}"/>
              </a:ext>
            </a:extLst>
          </p:cNvPr>
          <p:cNvSpPr/>
          <p:nvPr/>
        </p:nvSpPr>
        <p:spPr>
          <a:xfrm>
            <a:off x="686605" y="27302280"/>
            <a:ext cx="15016011"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rPr>
              <a:t>Results &amp; Evaluation</a:t>
            </a:r>
            <a:endParaRPr lang="en-US" sz="3600" b="1" dirty="0">
              <a:solidFill>
                <a:schemeClr val="tx1"/>
              </a:solidFill>
              <a:latin typeface="Bree Serif" panose="02000503040000020004" pitchFamily="2" charset="0"/>
            </a:endParaRPr>
          </a:p>
        </p:txBody>
      </p:sp>
      <p:sp>
        <p:nvSpPr>
          <p:cNvPr id="49" name="TextBox 48">
            <a:extLst>
              <a:ext uri="{FF2B5EF4-FFF2-40B4-BE49-F238E27FC236}">
                <a16:creationId xmlns:a16="http://schemas.microsoft.com/office/drawing/2014/main" id="{8B1E5AE0-A9DA-3FDF-CF81-014E4972CEFB}"/>
              </a:ext>
            </a:extLst>
          </p:cNvPr>
          <p:cNvSpPr txBox="1"/>
          <p:nvPr/>
        </p:nvSpPr>
        <p:spPr>
          <a:xfrm>
            <a:off x="17001254" y="18755105"/>
            <a:ext cx="14909623" cy="6186309"/>
          </a:xfrm>
          <a:prstGeom prst="rect">
            <a:avLst/>
          </a:prstGeom>
          <a:noFill/>
        </p:spPr>
        <p:txBody>
          <a:bodyPr wrap="square" rtlCol="0">
            <a:spAutoFit/>
          </a:bodyPr>
          <a:lstStyle/>
          <a:p>
            <a:pPr lvl="0"/>
            <a:r>
              <a:rPr lang="en-US" sz="4400" dirty="0">
                <a:solidFill>
                  <a:schemeClr val="bg1"/>
                </a:solidFill>
              </a:rPr>
              <a:t>This project demonstrates that domain adaptation can improve the quality of AI-generated responses in a specialized academic area without requiring full model retraining. By combining </a:t>
            </a:r>
            <a:r>
              <a:rPr lang="en-US" sz="4400" dirty="0" err="1">
                <a:solidFill>
                  <a:schemeClr val="bg1"/>
                </a:solidFill>
              </a:rPr>
              <a:t>LoRA</a:t>
            </a:r>
            <a:r>
              <a:rPr lang="en-US" sz="4400" dirty="0">
                <a:solidFill>
                  <a:schemeClr val="bg1"/>
                </a:solidFill>
              </a:rPr>
              <a:t> fine-tuning with a </a:t>
            </a:r>
            <a:r>
              <a:rPr lang="en-US" sz="4400" dirty="0" err="1">
                <a:solidFill>
                  <a:schemeClr val="bg1"/>
                </a:solidFill>
              </a:rPr>
              <a:t>Streamlit</a:t>
            </a:r>
            <a:r>
              <a:rPr lang="en-US" sz="4400" dirty="0">
                <a:solidFill>
                  <a:schemeClr val="bg1"/>
                </a:solidFill>
              </a:rPr>
              <a:t> frontend, </a:t>
            </a:r>
            <a:r>
              <a:rPr lang="en-US" sz="4400" dirty="0" err="1">
                <a:solidFill>
                  <a:schemeClr val="bg1"/>
                </a:solidFill>
              </a:rPr>
              <a:t>FastAPI</a:t>
            </a:r>
            <a:r>
              <a:rPr lang="en-US" sz="4400" dirty="0">
                <a:solidFill>
                  <a:schemeClr val="bg1"/>
                </a:solidFill>
              </a:rPr>
              <a:t> backend, and support for evaluation and monitoring, the system became more useful and reliable for operating systems question answering. Future work could include expanding the dataset, improving evaluation metrics, and extending the system to additional computer science domains.</a:t>
            </a:r>
            <a:endParaRPr lang="en-US" sz="44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0" name="Rectangle 49">
            <a:extLst>
              <a:ext uri="{FF2B5EF4-FFF2-40B4-BE49-F238E27FC236}">
                <a16:creationId xmlns:a16="http://schemas.microsoft.com/office/drawing/2014/main" id="{9827C25B-336F-6F2F-E33B-2953C248CCA0}"/>
              </a:ext>
            </a:extLst>
          </p:cNvPr>
          <p:cNvSpPr/>
          <p:nvPr/>
        </p:nvSpPr>
        <p:spPr>
          <a:xfrm>
            <a:off x="592435" y="34563464"/>
            <a:ext cx="15016011"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rPr>
              <a:t>Demo / Application</a:t>
            </a:r>
            <a:endParaRPr lang="en-US" sz="3600" b="1" dirty="0">
              <a:solidFill>
                <a:schemeClr val="tx1"/>
              </a:solidFill>
              <a:latin typeface="Bree Serif" panose="02000503040000020004" pitchFamily="2" charset="0"/>
            </a:endParaRPr>
          </a:p>
        </p:txBody>
      </p:sp>
      <p:sp>
        <p:nvSpPr>
          <p:cNvPr id="52" name="TextBox 51">
            <a:extLst>
              <a:ext uri="{FF2B5EF4-FFF2-40B4-BE49-F238E27FC236}">
                <a16:creationId xmlns:a16="http://schemas.microsoft.com/office/drawing/2014/main" id="{CE7A9F56-D722-F10D-4259-7D6A3B7C9191}"/>
              </a:ext>
            </a:extLst>
          </p:cNvPr>
          <p:cNvSpPr txBox="1"/>
          <p:nvPr/>
        </p:nvSpPr>
        <p:spPr>
          <a:xfrm>
            <a:off x="645628" y="35949718"/>
            <a:ext cx="14909623" cy="4832092"/>
          </a:xfrm>
          <a:prstGeom prst="rect">
            <a:avLst/>
          </a:prstGeom>
          <a:noFill/>
        </p:spPr>
        <p:txBody>
          <a:bodyPr wrap="square" rtlCol="0">
            <a:spAutoFit/>
          </a:bodyPr>
          <a:lstStyle/>
          <a:p>
            <a:r>
              <a:rPr lang="en-US" sz="4400" dirty="0">
                <a:solidFill>
                  <a:schemeClr val="bg1"/>
                </a:solidFill>
              </a:rPr>
              <a:t>The final application allows users to enter operating systems questions through a </a:t>
            </a:r>
            <a:r>
              <a:rPr lang="en-US" sz="4400" dirty="0" err="1">
                <a:solidFill>
                  <a:schemeClr val="bg1"/>
                </a:solidFill>
              </a:rPr>
              <a:t>Streamlit</a:t>
            </a:r>
            <a:r>
              <a:rPr lang="en-US" sz="4400" dirty="0">
                <a:solidFill>
                  <a:schemeClr val="bg1"/>
                </a:solidFill>
              </a:rPr>
              <a:t> interface and receive domain-adapted responses through a </a:t>
            </a:r>
            <a:r>
              <a:rPr lang="en-US" sz="4400" dirty="0" err="1">
                <a:solidFill>
                  <a:schemeClr val="bg1"/>
                </a:solidFill>
              </a:rPr>
              <a:t>FastAPI</a:t>
            </a:r>
            <a:r>
              <a:rPr lang="en-US" sz="4400" dirty="0">
                <a:solidFill>
                  <a:schemeClr val="bg1"/>
                </a:solidFill>
              </a:rPr>
              <a:t>-connected backend. The system demonstrates how a domain-focused AI assistant can support learning by delivering clearer and more relevant answers to academic questions. The demo highlights the end-to-end workflow from user input to generated response.</a:t>
            </a:r>
          </a:p>
        </p:txBody>
      </p:sp>
      <p:pic>
        <p:nvPicPr>
          <p:cNvPr id="19" name="Picture 18" descr="The image shows a user interface for an AI assistant with sections for API configuration, question examples, and system information.&#10;&#10;AI-generated content may be incorrect.">
            <a:extLst>
              <a:ext uri="{FF2B5EF4-FFF2-40B4-BE49-F238E27FC236}">
                <a16:creationId xmlns:a16="http://schemas.microsoft.com/office/drawing/2014/main" id="{EE03507C-FC92-020E-02D2-648FB98EF3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78645" y="25269092"/>
            <a:ext cx="16529179" cy="8814608"/>
          </a:xfrm>
          <a:prstGeom prst="rect">
            <a:avLst/>
          </a:prstGeom>
        </p:spPr>
      </p:pic>
    </p:spTree>
    <p:extLst>
      <p:ext uri="{BB962C8B-B14F-4D97-AF65-F5344CB8AC3E}">
        <p14:creationId xmlns:p14="http://schemas.microsoft.com/office/powerpoint/2010/main" val="2449180790"/>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comprehensivecrimson|08-202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4975</TotalTime>
  <Words>539</Words>
  <Application>Microsoft Office PowerPoint</Application>
  <PresentationFormat>Custom</PresentationFormat>
  <Paragraphs>23</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Open Sans</vt:lpstr>
      <vt:lpstr>Bree Serif</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jessie</dc:creator>
  <cp:lastModifiedBy>ibrahim alborno</cp:lastModifiedBy>
  <cp:revision>39</cp:revision>
  <dcterms:created xsi:type="dcterms:W3CDTF">2015-06-02T17:01:52Z</dcterms:created>
  <dcterms:modified xsi:type="dcterms:W3CDTF">2026-04-09T19:36:24Z</dcterms:modified>
</cp:coreProperties>
</file>